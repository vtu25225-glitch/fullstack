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71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19" y="6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Relational Inventory Control &amp; Stock Tracking System</a:t>
            </a:r>
            <a:r>
              <a:rPr lang="en-US" dirty="0"/>
              <a:t> </a:t>
            </a:r>
          </a:p>
          <a:p>
            <a:r>
              <a:rPr lang="en-IN" dirty="0"/>
              <a:t>  </a:t>
            </a:r>
          </a:p>
          <a:p>
            <a:pPr algn="ctr"/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K.Sai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Srujana – VTU25926 – Reg.No:23UECS0301.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Dr.D.AMU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- - Designation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</a:t>
            </a:r>
            <a:r>
              <a:rPr lang="en-US" sz="2000" b="1" dirty="0"/>
              <a:t>SDG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1" y="1638300"/>
            <a:ext cx="13563599" cy="1258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Managing inventory manually is time-consuming and prone to errors, especially for businesses with multiple products and suppliers.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project provides a digital solution to track stock levels, products, and suppliers efficiently.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helps prevent stock shortages, overstocking, and errors in product management, saving time and money.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system offers real-time visibility of stock and supplier details for informed decision-making.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Users can easily add, update, and view products and suppliers through a user-friendly interface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Organizing inventory data systematically reduces human errors and enhances operational efficiency.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project uses relational databases to maintain accurate records and ensure data integrity.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Overall, it is a practical tool for businesses to streamline inventory operations and boost productivity.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1" y="1638300"/>
            <a:ext cx="13334999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 many small businesses, managing inventory of stationary items is done manually, which is time-consuming and prone to errors.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Stock levels, product details, and supplier information are often not updated in real-time, leading to overstocking or shortages.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Manual record-keeping makes it difficult to track product movement and generate accurate reports.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Businesses face challenges in maintaining organized and reliable data for multiple products and suppliers.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There is a need for a simple and automated system to manage inventory efficiently.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Such a system should allow easy addition, updating, and viewing of products and suppliers.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digital solution can reduce errors, save time, and improve decision-making for inventory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proposed system aims to provide a reliable, user-friendly platform to streamline stationary inventory control.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1" y="1638300"/>
            <a:ext cx="11353799" cy="10366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design and develop a relational inventory management system for stationery items.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implement automated tracking of products, stock levels, and supplier details.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improve efficiency and reduce errors in inventory management.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provide real-time visibility of stock availability for better decision-making.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evaluate the performance of the system in managing and updating inventory records accurately.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system provides a centralized database to store all product, stock, and supplier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automates inventory management, reducing manual effort and human errors.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Stock levels are monitored in real-time, helping to prevent overstocking or stockouts.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Product details, including supplier information, are easily accessible for quick reference.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system generates organized reports of products and stock for better decision-making.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User-friendly forms allow adding, updating, and deleting products or suppliers efficiently.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Compared to manual systems, it offers faster processing, higher accuracy, and consistency.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system ensures data integrity and security using relational database constraints.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0" y="35732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372795" y="171450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Input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Users enter product details, stock quantity, and supplier information through forms.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Login credentials are provided for authentication and access control.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Selection inputs, such as choosing a supplier for a product, are submitted for processing.</a:t>
            </a:r>
          </a:p>
          <a:p>
            <a:r>
              <a:rPr lang="en-US" sz="2800" b="1" dirty="0"/>
              <a:t>Processing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PHP scripts validate user input and apply business logic.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system updates product stock, adds new products, or modifies supplier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Low-stock alerts and inventory calculations are generated automatically.</a:t>
            </a:r>
          </a:p>
          <a:p>
            <a:r>
              <a:rPr lang="en-US" sz="2800" b="1" dirty="0"/>
              <a:t>Database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Products Table stores product name, price, stock quantity, and supplier ID.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Suppliers Table maintains supplier name, phone, and location.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Users Table keeps track of usernames, passwords, and user roles.</a:t>
            </a:r>
          </a:p>
          <a:p>
            <a:r>
              <a:rPr lang="en-US" sz="2800" b="1" dirty="0"/>
              <a:t>Output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Displays product lists, stock levels, and supplier information on the web interface.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Generates alerts for low-stock items to assist inventory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easy-to-read reports for decision-making and order planning.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184195-6901-F2C0-4AFF-0C7417C2D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1485900"/>
            <a:ext cx="12801600" cy="7391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492496"/>
            <a:ext cx="15342612" cy="13080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Frontend: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HTML – For structure of web pages.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CSS – For styling the interface (including tables, forms, and login page).</a:t>
            </a:r>
          </a:p>
          <a:p>
            <a:r>
              <a:rPr lang="en-US" sz="2400" b="1" dirty="0"/>
              <a:t>Backend: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PHP – Server-side scripting to handle form submissions, process data, and interact with the database.</a:t>
            </a:r>
          </a:p>
          <a:p>
            <a:r>
              <a:rPr lang="en-US" sz="2400" b="1" dirty="0"/>
              <a:t>Database: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MySQL – Stores all data including products, suppliers, and users..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Relational design – Uses foreign keys to maintain relationships between products and suppliers.</a:t>
            </a:r>
          </a:p>
          <a:p>
            <a:r>
              <a:rPr lang="en-US" sz="2400" b="1" dirty="0"/>
              <a:t>Tools: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Visual Studio Code / Any code editor – For writing HTML, PHP, and CSS.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XAMPP / WAMP – Local server environment to run PHP and MySQL.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phpMyAdmin – To manage the MySQL database.</a:t>
            </a:r>
          </a:p>
          <a:p>
            <a:r>
              <a:rPr lang="en-US" sz="2400" b="1" dirty="0"/>
              <a:t>Hardware: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Desktop or Laptop with minimum 4GB RAM.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Processor: Intel i3 or equivalent.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At least 20 GB free storage.</a:t>
            </a:r>
          </a:p>
          <a:p>
            <a:r>
              <a:rPr lang="en-US" sz="2400" b="1" dirty="0"/>
              <a:t>Software: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Operating System: Windows/Linux/MacOS.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Web Browser: Chrome, Firefox, or Edge.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XAMPP/WAMP installed to run Apache and MySQL server.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US" sz="2800" b="1" dirty="0"/>
              <a:t>Module 1: User Management</a:t>
            </a:r>
          </a:p>
          <a:p>
            <a:r>
              <a:rPr lang="en-US" sz="2800" dirty="0"/>
              <a:t>Handles user login, authentication, and management of user roles (admin or staff) to securely access the system.</a:t>
            </a:r>
          </a:p>
          <a:p>
            <a:endParaRPr lang="en-US" sz="2800" dirty="0"/>
          </a:p>
          <a:p>
            <a:r>
              <a:rPr lang="en-US" sz="2800" b="1" dirty="0"/>
              <a:t>Module 2: Product Management</a:t>
            </a:r>
          </a:p>
          <a:p>
            <a:r>
              <a:rPr lang="en-US" sz="2800" dirty="0"/>
              <a:t>Allows adding, updating, and viewing stationary products with details like name, price, stock, and supplier.</a:t>
            </a:r>
          </a:p>
          <a:p>
            <a:endParaRPr lang="en-US" sz="2800" dirty="0"/>
          </a:p>
          <a:p>
            <a:r>
              <a:rPr lang="en-US" sz="2800" b="1" dirty="0"/>
              <a:t>Module 3: Supplier Management</a:t>
            </a:r>
          </a:p>
          <a:p>
            <a:r>
              <a:rPr lang="en-US" sz="2800" dirty="0"/>
              <a:t>Manages supplier details including name, phone number, and location, and links products to suppliers.</a:t>
            </a:r>
          </a:p>
          <a:p>
            <a:endParaRPr lang="en-US" sz="2800" dirty="0"/>
          </a:p>
          <a:p>
            <a:r>
              <a:rPr lang="en-US" sz="2800" b="1" dirty="0"/>
              <a:t>Module 4: Stock Tracking</a:t>
            </a:r>
          </a:p>
          <a:p>
            <a:r>
              <a:rPr lang="en-US" sz="2800" dirty="0"/>
              <a:t>Monitors product inventory levels, highlights low-stock items.</a:t>
            </a:r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BA0694-9B97-6560-8933-3C87078859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91" y="1145752"/>
            <a:ext cx="3620617" cy="27608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FAEE64-71C3-9AF3-C358-0697D96A99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352" y="4046760"/>
            <a:ext cx="13068036" cy="594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45A97C-CA8E-47BC-B5CA-0F820E3E12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806" y="1883684"/>
            <a:ext cx="4824729" cy="61291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4F2799-2224-AC80-EAF3-148E83A373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5169" y="2648112"/>
            <a:ext cx="5058481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C75F8AD-E2B3-3DC0-A469-E36D49E515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277396"/>
            <a:ext cx="12011680" cy="506233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AFB6DE6-E106-15EF-A96E-79B5633891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235" y="6888418"/>
            <a:ext cx="3810000" cy="273049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2F9D668-F1A2-8860-F8E2-6070B47B97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310" y="6972785"/>
            <a:ext cx="3809998" cy="254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DD6FE-BB04-688F-34A4-3F642D021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31C41F80-8B5C-5C27-B760-46E1BF0ADFB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A7F5407-B03F-DDA5-E946-C7B5F06CBB3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79680C8-2D82-267F-A896-4D75F2F75BEB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AD6FB33-CB7C-D4BB-7085-78674C896186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1A2FAAA-2E02-6A7E-9CBC-88CFDB31E9E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712096B-4A03-5A95-EFDD-5F13587FF8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60B4A8B8-B9AD-21BB-F7A0-370448570790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5DB0B31D-ED08-0EF8-4109-F56CF477426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0A80A96-60C7-0637-CDCE-1FFEE67F5A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623F257-E63D-0EED-F687-41580BDCD4F0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7B7B84B6-83FB-469D-D04B-5B0BDB04B98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45784D8-531F-851A-B634-945AE8D125C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33CF1E0B-4D76-74A8-56B8-26F285353F7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9C5425C-DE96-96A1-8F9A-E5D59829C0A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8A2AE59-A9B0-3B4D-081B-8958678F939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D5E705F1-0F7A-B534-B95A-4DBCBC407C93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B03CB652-4030-5D23-BEB2-A640E762148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4C116EAA-C314-2B60-DA98-63EA66EB40D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A9A9E1BF-7C1D-837A-F4C1-61F9BAC712F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9C960AC-97FF-419D-FC99-6DF619D960E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C115E601-D75E-0A14-7256-4CEE327F6C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89464A87-3EEC-F4D3-9B31-A8073D2F4D3F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AC38B105-5878-A388-28CC-7FD77ED127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6B30F4CC-C66A-B916-F0AC-70D2161083A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C8877BC-FF75-158E-FB62-4AD0EDDD2D97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41528E58-C8DF-B43E-03EA-D6B2E451666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15FF6CAF-03A2-584A-264A-F59527DCD20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0D4D116-8DA2-7E18-1AF5-950EE412957D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EF069E93-E8B3-FEBC-9076-EA6815EB82B3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C11DC2E-A178-9A9E-1041-6547FD751C5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E342AADC-BAAD-43E0-18F6-3C760F52D506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4961363-C065-AE18-78DF-681E47BDE2AC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12A5EE-FF3D-18DD-7050-619C9484C13A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AEAABB-AA2C-471E-7C05-EC878934C6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764" y="2106080"/>
            <a:ext cx="14003434" cy="642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131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CCAFD4-C08B-E2B3-8777-A711C6851255}"/>
              </a:ext>
            </a:extLst>
          </p:cNvPr>
          <p:cNvSpPr txBox="1"/>
          <p:nvPr/>
        </p:nvSpPr>
        <p:spPr>
          <a:xfrm>
            <a:off x="3352800" y="1982349"/>
            <a:ext cx="129606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Advantages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Automated Inventory Management – Reduces manual work and human errors.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Real-time Stock Monitoring – Provides instant visibility of product availability.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Supplier Integration – Keeps supplier details organized and linked with products.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Time &amp; Cost Saving – Minimizes manual labor and reduces the risk of overstocking or stock-outs.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b="1" dirty="0"/>
              <a:t>Limitations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Dependency on Database – System cannot function if the database fails.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Initial Setup Required – Needs proper configuration and initial data entry.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Limited Scope – Currently designed for stationery items only.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 Offline Functionality – Cannot operate when offline or during network issues.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1199</Words>
  <Application>Microsoft Office PowerPoint</Application>
  <PresentationFormat>Custom</PresentationFormat>
  <Paragraphs>349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Bookman Old Style</vt:lpstr>
      <vt:lpstr>Gotham Bold Italics</vt:lpstr>
      <vt:lpstr>Gotham</vt:lpstr>
      <vt:lpstr>Arial</vt:lpstr>
      <vt:lpstr>Calibri</vt:lpstr>
      <vt:lpstr>Times New Roman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Neelima Kurakula</dc:creator>
  <cp:lastModifiedBy>Neelima Kurakula</cp:lastModifiedBy>
  <cp:revision>12</cp:revision>
  <dcterms:created xsi:type="dcterms:W3CDTF">2006-08-16T00:00:00Z</dcterms:created>
  <dcterms:modified xsi:type="dcterms:W3CDTF">2026-03-23T19:50:12Z</dcterms:modified>
  <dc:identifier>DAHCaYqJ9OU</dc:identifier>
</cp:coreProperties>
</file>